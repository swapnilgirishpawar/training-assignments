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e9090756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e9090756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e9090756a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e9090756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d91e1f37e_1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d91e1f37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f745628cb0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f745628c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745628cb0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745628cb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745628cb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f745628cb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f745628cb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f745628cb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1072624" y="1121174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/>
              <a:t>   Exploratory Model </a:t>
            </a:r>
            <a:endParaRPr b="1" sz="5200"/>
          </a:p>
        </p:txBody>
      </p:sp>
      <p:sp>
        <p:nvSpPr>
          <p:cNvPr id="68" name="Google Shape;68;p13"/>
          <p:cNvSpPr txBox="1"/>
          <p:nvPr/>
        </p:nvSpPr>
        <p:spPr>
          <a:xfrm>
            <a:off x="5145600" y="2927100"/>
            <a:ext cx="4557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Ankur</a:t>
            </a:r>
            <a:endParaRPr b="1" i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Rajat</a:t>
            </a:r>
            <a:endParaRPr b="1" i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Swapnil</a:t>
            </a:r>
            <a:endParaRPr b="1" i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Ashish</a:t>
            </a:r>
            <a:endParaRPr b="1" i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Alan</a:t>
            </a:r>
            <a:endParaRPr b="1" i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2896375" y="2062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Introduction</a:t>
            </a:r>
            <a:endParaRPr b="1" sz="4800"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Informal development style</a:t>
            </a:r>
            <a:endParaRPr sz="2200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Programmer uses his own intuition to develop a program.</a:t>
            </a:r>
            <a:endParaRPr sz="2200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This style of development gives complete freedom to programmer to choose activities which they like to develop software.</a:t>
            </a:r>
            <a:endParaRPr sz="2200">
              <a:solidFill>
                <a:srgbClr val="2732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2732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 rules to start developing any software</a:t>
            </a:r>
            <a:endParaRPr b="1"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1491550" y="4441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Exploratory </a:t>
            </a:r>
            <a:r>
              <a:rPr b="1" lang="en"/>
              <a:t>Model Works?</a:t>
            </a:r>
            <a:endParaRPr b="1"/>
          </a:p>
        </p:txBody>
      </p:sp>
      <p:cxnSp>
        <p:nvCxnSpPr>
          <p:cNvPr id="80" name="Google Shape;80;p15"/>
          <p:cNvCxnSpPr/>
          <p:nvPr/>
        </p:nvCxnSpPr>
        <p:spPr>
          <a:xfrm>
            <a:off x="929038" y="2507950"/>
            <a:ext cx="0" cy="103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275" y="2010050"/>
            <a:ext cx="6199837" cy="280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60950" y="4312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Advantages</a:t>
            </a:r>
            <a:endParaRPr b="1"/>
          </a:p>
        </p:txBody>
      </p:sp>
      <p:cxnSp>
        <p:nvCxnSpPr>
          <p:cNvPr id="87" name="Google Shape;87;p16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8" name="Google Shape;88;p16"/>
          <p:cNvSpPr txBox="1"/>
          <p:nvPr/>
        </p:nvSpPr>
        <p:spPr>
          <a:xfrm>
            <a:off x="427300" y="1978275"/>
            <a:ext cx="8222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/>
              <a:t>Less Preparation Required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Real-Time Learning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Critical Bug Discovery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2896375" y="2515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Disad</a:t>
            </a:r>
            <a:r>
              <a:rPr b="1" lang="en"/>
              <a:t>vantages</a:t>
            </a:r>
            <a:endParaRPr b="1"/>
          </a:p>
        </p:txBody>
      </p:sp>
      <p:cxnSp>
        <p:nvCxnSpPr>
          <p:cNvPr id="94" name="Google Shape;94;p17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5" name="Google Shape;95;p17"/>
          <p:cNvSpPr txBox="1"/>
          <p:nvPr/>
        </p:nvSpPr>
        <p:spPr>
          <a:xfrm>
            <a:off x="178425" y="1423800"/>
            <a:ext cx="8222100" cy="4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27323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rgbClr val="27323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Exponential growth of development time and effort with problem size and large-sized software becomes almost impossible </a:t>
            </a:r>
            <a:endParaRPr sz="1900">
              <a:solidFill>
                <a:srgbClr val="27323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rgbClr val="27323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style of development results in unmaintainable code </a:t>
            </a:r>
            <a:endParaRPr sz="1900">
              <a:solidFill>
                <a:srgbClr val="27323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rgbClr val="27323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It is difficult to use this style when there is a proper developing team because in this style every developer uses his own intuition to develop software.</a:t>
            </a:r>
            <a:endParaRPr sz="1900">
              <a:solidFill>
                <a:srgbClr val="27323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3600"/>
              </a:spcBef>
              <a:spcAft>
                <a:spcPts val="900"/>
              </a:spcAft>
              <a:buNone/>
            </a:pPr>
            <a:r>
              <a:t/>
            </a:r>
            <a:endParaRPr sz="1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791725" y="3195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</a:t>
            </a:r>
            <a:r>
              <a:rPr b="1" lang="en"/>
              <a:t>roject for using Exploratory Model :</a:t>
            </a:r>
            <a:endParaRPr b="1"/>
          </a:p>
        </p:txBody>
      </p:sp>
      <p:cxnSp>
        <p:nvCxnSpPr>
          <p:cNvPr id="101" name="Google Shape;101;p18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2" name="Google Shape;102;p18"/>
          <p:cNvSpPr txBox="1"/>
          <p:nvPr/>
        </p:nvSpPr>
        <p:spPr>
          <a:xfrm>
            <a:off x="542475" y="2029275"/>
            <a:ext cx="8328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Where Customer and developers both are not clear with the requirements of the product 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Small size software development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Develop Fast prototype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Most of the Space research programs uses exploratory research models at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their research phases.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 era for exploratory models have now been limited to research and development only.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ctrTitle"/>
          </p:nvPr>
        </p:nvSpPr>
        <p:spPr>
          <a:xfrm>
            <a:off x="343050" y="9725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/>
              <a:t>Any Questions</a:t>
            </a:r>
            <a:endParaRPr b="1" sz="520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088" y="2262275"/>
            <a:ext cx="2085826" cy="208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ctrTitle"/>
          </p:nvPr>
        </p:nvSpPr>
        <p:spPr>
          <a:xfrm>
            <a:off x="460950" y="107625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/>
              <a:t>Thank You</a:t>
            </a:r>
            <a:endParaRPr b="1" sz="5200"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925" y="2605400"/>
            <a:ext cx="1800150" cy="18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